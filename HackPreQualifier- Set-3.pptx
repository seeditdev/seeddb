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PART A</a:t>
            </a:r>
            <a:r>
              <a:rPr lang="en-IN" altLang="en-US"/>
              <a:t>3</a:t>
            </a:r>
            <a:r>
              <a:rPr lang="en-US" altLang="en-US"/>
              <a:t>: GENERAL MCQs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1. Which of the following is not a valid variable name in C?</a:t>
            </a:r>
            <a:endParaRPr lang="en-US" altLang="en-US"/>
          </a:p>
          <a:p>
            <a:r>
              <a:rPr lang="en-US" altLang="en-US"/>
              <a:t>   a) _123</a:t>
            </a:r>
            <a:endParaRPr lang="en-US" altLang="en-US"/>
          </a:p>
          <a:p>
            <a:r>
              <a:rPr lang="en-US" altLang="en-US"/>
              <a:t>   b) abc123</a:t>
            </a:r>
            <a:endParaRPr lang="en-US" altLang="en-US"/>
          </a:p>
          <a:p>
            <a:r>
              <a:rPr lang="en-US" altLang="en-US"/>
              <a:t>   c) 123abc</a:t>
            </a:r>
            <a:endParaRPr lang="en-US" altLang="en-US"/>
          </a:p>
          <a:p>
            <a:r>
              <a:rPr lang="en-US" altLang="en-US"/>
              <a:t>   d) abc_123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2. What is the size of float data type in C?</a:t>
            </a:r>
            <a:endParaRPr lang="en-US" altLang="en-US"/>
          </a:p>
          <a:p>
            <a:r>
              <a:rPr lang="en-US" altLang="en-US"/>
              <a:t>   a) 2 bytes</a:t>
            </a:r>
            <a:endParaRPr lang="en-US" altLang="en-US"/>
          </a:p>
          <a:p>
            <a:r>
              <a:rPr lang="en-US" altLang="en-US"/>
              <a:t>   b) 4 bytes</a:t>
            </a:r>
            <a:endParaRPr lang="en-US" altLang="en-US"/>
          </a:p>
          <a:p>
            <a:r>
              <a:rPr lang="en-US" altLang="en-US"/>
              <a:t>   c) 8 bytes</a:t>
            </a:r>
            <a:endParaRPr lang="en-US" altLang="en-US"/>
          </a:p>
          <a:p>
            <a:r>
              <a:rPr lang="en-US" altLang="en-US"/>
              <a:t>   d) Depends on compiler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3. Which operator is used for bitwise AND?</a:t>
            </a:r>
            <a:endParaRPr lang="en-US" altLang="en-US"/>
          </a:p>
          <a:p>
            <a:r>
              <a:rPr lang="en-US" altLang="en-US"/>
              <a:t>   a) &amp;&amp;</a:t>
            </a:r>
            <a:endParaRPr lang="en-US" altLang="en-US"/>
          </a:p>
          <a:p>
            <a:r>
              <a:rPr lang="en-US" altLang="en-US"/>
              <a:t>   b) ||</a:t>
            </a:r>
            <a:endParaRPr lang="en-US" altLang="en-US"/>
          </a:p>
          <a:p>
            <a:r>
              <a:rPr lang="en-US" altLang="en-US"/>
              <a:t>   c) &amp;</a:t>
            </a:r>
            <a:endParaRPr lang="en-US" altLang="en-US"/>
          </a:p>
          <a:p>
            <a:r>
              <a:rPr lang="en-US" altLang="en-US"/>
              <a:t>   d) |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4. What is the purpose of the continue statement?</a:t>
            </a:r>
            <a:endParaRPr lang="en-US" altLang="en-US"/>
          </a:p>
          <a:p>
            <a:r>
              <a:rPr lang="en-US" altLang="en-US"/>
              <a:t>   a) To exit a loop</a:t>
            </a:r>
            <a:endParaRPr lang="en-US" altLang="en-US"/>
          </a:p>
          <a:p>
            <a:r>
              <a:rPr lang="en-US" altLang="en-US"/>
              <a:t>   b) To skip the current iteration</a:t>
            </a:r>
            <a:endParaRPr lang="en-US" altLang="en-US"/>
          </a:p>
          <a:p>
            <a:r>
              <a:rPr lang="en-US" altLang="en-US"/>
              <a:t>   c) To terminate the program</a:t>
            </a:r>
            <a:endParaRPr lang="en-US" altLang="en-US"/>
          </a:p>
          <a:p>
            <a:r>
              <a:rPr lang="en-US" altLang="en-US"/>
              <a:t>   d) To pause execution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5. Which header file is used for string manipulation?</a:t>
            </a:r>
            <a:endParaRPr lang="en-US" altLang="en-US"/>
          </a:p>
          <a:p>
            <a:r>
              <a:rPr lang="en-US" altLang="en-US"/>
              <a:t>   a) string.h</a:t>
            </a:r>
            <a:endParaRPr lang="en-US" altLang="en-US"/>
          </a:p>
          <a:p>
            <a:r>
              <a:rPr lang="en-US" altLang="en-US"/>
              <a:t>   b) stdio.h</a:t>
            </a:r>
            <a:endParaRPr lang="en-US" altLang="en-US"/>
          </a:p>
          <a:p>
            <a:r>
              <a:rPr lang="en-US" altLang="en-US"/>
              <a:t>   c) stdlib.h</a:t>
            </a:r>
            <a:endParaRPr lang="en-US" altLang="en-US"/>
          </a:p>
          <a:p>
            <a:r>
              <a:rPr lang="en-US" altLang="en-US"/>
              <a:t>   d) math.h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6. What is the default value of local variables?</a:t>
            </a:r>
            <a:endParaRPr lang="en-US" altLang="en-US"/>
          </a:p>
          <a:p>
            <a:r>
              <a:rPr lang="en-US" altLang="en-US"/>
              <a:t>   a) 0</a:t>
            </a:r>
            <a:endParaRPr lang="en-US" altLang="en-US"/>
          </a:p>
          <a:p>
            <a:r>
              <a:rPr lang="en-US" altLang="en-US"/>
              <a:t>   b) NULL</a:t>
            </a:r>
            <a:endParaRPr lang="en-US" altLang="en-US"/>
          </a:p>
          <a:p>
            <a:r>
              <a:rPr lang="en-US" altLang="en-US"/>
              <a:t>   c) Garbage value</a:t>
            </a:r>
            <a:endParaRPr lang="en-US" altLang="en-US"/>
          </a:p>
          <a:p>
            <a:r>
              <a:rPr lang="en-US" altLang="en-US"/>
              <a:t>   d) Undefined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7. Which of the following is not a valid storage class?</a:t>
            </a:r>
            <a:endParaRPr lang="en-US" altLang="en-US"/>
          </a:p>
          <a:p>
            <a:r>
              <a:rPr lang="en-US" altLang="en-US"/>
              <a:t>   a) auto</a:t>
            </a:r>
            <a:endParaRPr lang="en-US" altLang="en-US"/>
          </a:p>
          <a:p>
            <a:r>
              <a:rPr lang="en-US" altLang="en-US"/>
              <a:t>   b) register</a:t>
            </a:r>
            <a:endParaRPr lang="en-US" altLang="en-US"/>
          </a:p>
          <a:p>
            <a:r>
              <a:rPr lang="en-US" altLang="en-US"/>
              <a:t>   c) dynamic</a:t>
            </a:r>
            <a:endParaRPr lang="en-US" altLang="en-US"/>
          </a:p>
          <a:p>
            <a:r>
              <a:rPr lang="en-US" altLang="en-US"/>
              <a:t>   d) static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US"/>
          </a:p>
          <a:p>
            <a:r>
              <a:rPr lang="en-US" altLang="en-US"/>
              <a:t>8. What is the correct way to declare a constant pointer?</a:t>
            </a:r>
            <a:endParaRPr lang="en-US" altLang="en-US"/>
          </a:p>
          <a:p>
            <a:r>
              <a:rPr lang="en-US" altLang="en-US"/>
              <a:t>   a) int* const ptr;</a:t>
            </a:r>
            <a:endParaRPr lang="en-US" altLang="en-US"/>
          </a:p>
          <a:p>
            <a:r>
              <a:rPr lang="en-US" altLang="en-US"/>
              <a:t>   b) const int* ptr;</a:t>
            </a:r>
            <a:endParaRPr lang="en-US" altLang="en-US"/>
          </a:p>
          <a:p>
            <a:r>
              <a:rPr lang="en-US" altLang="en-US"/>
              <a:t>   c) int const* ptr;</a:t>
            </a:r>
            <a:endParaRPr lang="en-US" altLang="en-US"/>
          </a:p>
          <a:p>
            <a:r>
              <a:rPr lang="en-US" altLang="en-US"/>
              <a:t>   d) const int const* ptr;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US"/>
          </a:p>
          <a:p>
            <a:r>
              <a:rPr lang="en-US" altLang="en-US"/>
              <a:t>9. Which operator has the lowest precedence?</a:t>
            </a:r>
            <a:endParaRPr lang="en-US" altLang="en-US"/>
          </a:p>
          <a:p>
            <a:r>
              <a:rPr lang="en-US" altLang="en-US"/>
              <a:t>   a) +</a:t>
            </a:r>
            <a:endParaRPr lang="en-US" altLang="en-US"/>
          </a:p>
          <a:p>
            <a:r>
              <a:rPr lang="en-US" altLang="en-US"/>
              <a:t>   b) *</a:t>
            </a:r>
            <a:endParaRPr lang="en-US" altLang="en-US"/>
          </a:p>
          <a:p>
            <a:r>
              <a:rPr lang="en-US" altLang="en-US"/>
              <a:t>   c) =</a:t>
            </a:r>
            <a:endParaRPr lang="en-US" altLang="en-US"/>
          </a:p>
          <a:p>
            <a:r>
              <a:rPr lang="en-US" altLang="en-US"/>
              <a:t>   d) ()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10. What is the purpose of the typedef keyword?</a:t>
            </a:r>
            <a:endParaRPr lang="en-US" altLang="en-US"/>
          </a:p>
          <a:p>
            <a:r>
              <a:rPr lang="en-US" altLang="en-US"/>
              <a:t>    a) To define a new data type</a:t>
            </a:r>
            <a:endParaRPr lang="en-US" altLang="en-US"/>
          </a:p>
          <a:p>
            <a:r>
              <a:rPr lang="en-US" altLang="en-US"/>
              <a:t>    b) To create a new variable</a:t>
            </a:r>
            <a:endParaRPr lang="en-US" altLang="en-US"/>
          </a:p>
          <a:p>
            <a:r>
              <a:rPr lang="en-US" altLang="en-US"/>
              <a:t>    c) To declare a constant</a:t>
            </a:r>
            <a:endParaRPr lang="en-US" altLang="en-US"/>
          </a:p>
          <a:p>
            <a:r>
              <a:rPr lang="en-US" altLang="en-US"/>
              <a:t>    d) To define a macro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5115"/>
            <a:ext cx="10515600" cy="5892165"/>
          </a:xfrm>
        </p:spPr>
        <p:txBody>
          <a:bodyPr>
            <a:normAutofit fontScale="90000"/>
          </a:bodyPr>
          <a:p>
            <a:r>
              <a:rPr lang="en-US" altLang="en-US"/>
              <a:t>PART B</a:t>
            </a:r>
            <a:r>
              <a:rPr lang="en-IN" altLang="en-US"/>
              <a:t>3</a:t>
            </a:r>
            <a:r>
              <a:rPr lang="en-US" altLang="en-US"/>
              <a:t>: CODING MCQs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1. What will be the output of:</a:t>
            </a:r>
            <a:endParaRPr lang="en-US" altLang="en-US"/>
          </a:p>
          <a:p>
            <a:r>
              <a:rPr lang="en-US" altLang="en-US"/>
              <a:t>   int main() {</a:t>
            </a:r>
            <a:endParaRPr lang="en-US" altLang="en-US"/>
          </a:p>
          <a:p>
            <a:r>
              <a:rPr lang="en-US" altLang="en-US"/>
              <a:t>       int x = 10;</a:t>
            </a:r>
            <a:endParaRPr lang="en-US" altLang="en-US"/>
          </a:p>
          <a:p>
            <a:r>
              <a:rPr lang="en-US" altLang="en-US"/>
              <a:t>       printf("%d %d", x++, ++x);</a:t>
            </a:r>
            <a:endParaRPr lang="en-US" altLang="en-US"/>
          </a:p>
          <a:p>
            <a:r>
              <a:rPr lang="en-US" altLang="en-US"/>
              <a:t>       return 0;</a:t>
            </a:r>
            <a:endParaRPr lang="en-US" altLang="en-US"/>
          </a:p>
          <a:p>
            <a:r>
              <a:rPr lang="en-US" altLang="en-US"/>
              <a:t>   }</a:t>
            </a:r>
            <a:endParaRPr lang="en-US" altLang="en-US"/>
          </a:p>
          <a:p>
            <a:r>
              <a:rPr lang="en-US" altLang="en-US"/>
              <a:t>   a) 10 12</a:t>
            </a:r>
            <a:endParaRPr lang="en-US" altLang="en-US"/>
          </a:p>
          <a:p>
            <a:r>
              <a:rPr lang="en-US" altLang="en-US"/>
              <a:t>   b) 11 11</a:t>
            </a:r>
            <a:endParaRPr lang="en-US" altLang="en-US"/>
          </a:p>
          <a:p>
            <a:r>
              <a:rPr lang="en-US" altLang="en-US"/>
              <a:t>   c) 10 11</a:t>
            </a:r>
            <a:endParaRPr lang="en-US" altLang="en-US"/>
          </a:p>
          <a:p>
            <a:r>
              <a:rPr lang="en-US" altLang="en-US"/>
              <a:t>   d) 11 12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4790"/>
            <a:ext cx="10515600" cy="5952490"/>
          </a:xfrm>
        </p:spPr>
        <p:txBody>
          <a:bodyPr>
            <a:normAutofit/>
          </a:bodyPr>
          <a:p>
            <a:r>
              <a:rPr lang="en-US" altLang="en-US"/>
              <a:t>2. What will be the output of:</a:t>
            </a:r>
            <a:endParaRPr lang="en-US" altLang="en-US"/>
          </a:p>
          <a:p>
            <a:r>
              <a:rPr lang="en-US" altLang="en-US"/>
              <a:t>   int main() {</a:t>
            </a:r>
            <a:endParaRPr lang="en-US" altLang="en-US"/>
          </a:p>
          <a:p>
            <a:r>
              <a:rPr lang="en-US" altLang="en-US"/>
              <a:t>       int arr[] = {1, 2, 3, 4, 5};</a:t>
            </a:r>
            <a:endParaRPr lang="en-US" altLang="en-US"/>
          </a:p>
          <a:p>
            <a:r>
              <a:rPr lang="en-US" altLang="en-US"/>
              <a:t>       int *p = arr;</a:t>
            </a:r>
            <a:endParaRPr lang="en-US" altLang="en-US"/>
          </a:p>
          <a:p>
            <a:r>
              <a:rPr lang="en-US" altLang="en-US"/>
              <a:t>       printf("%d", *p++);</a:t>
            </a:r>
            <a:endParaRPr lang="en-US" altLang="en-US"/>
          </a:p>
          <a:p>
            <a:r>
              <a:rPr lang="en-US" altLang="en-US"/>
              <a:t>       return 0;</a:t>
            </a:r>
            <a:endParaRPr lang="en-US" altLang="en-US"/>
          </a:p>
          <a:p>
            <a:r>
              <a:rPr lang="en-US" altLang="en-US"/>
              <a:t>   }</a:t>
            </a:r>
            <a:endParaRPr lang="en-US" altLang="en-US"/>
          </a:p>
          <a:p>
            <a:r>
              <a:rPr lang="en-US" altLang="en-US"/>
              <a:t>   a) 1</a:t>
            </a:r>
            <a:endParaRPr lang="en-US" altLang="en-US"/>
          </a:p>
          <a:p>
            <a:r>
              <a:rPr lang="en-US" altLang="en-US"/>
              <a:t>   b) 2</a:t>
            </a:r>
            <a:endParaRPr lang="en-US" altLang="en-US"/>
          </a:p>
          <a:p>
            <a:r>
              <a:rPr lang="en-US" altLang="en-US"/>
              <a:t>   c) Address of first element</a:t>
            </a:r>
            <a:endParaRPr lang="en-US" altLang="en-US"/>
          </a:p>
          <a:p>
            <a:r>
              <a:rPr lang="en-US" altLang="en-US"/>
              <a:t>   d) Error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930"/>
            <a:ext cx="10515600" cy="5975350"/>
          </a:xfrm>
        </p:spPr>
        <p:txBody>
          <a:bodyPr/>
          <a:p>
            <a:r>
              <a:rPr lang="en-US" altLang="en-US"/>
              <a:t>3. What will be the output of:</a:t>
            </a:r>
            <a:endParaRPr lang="en-US" altLang="en-US"/>
          </a:p>
          <a:p>
            <a:r>
              <a:rPr lang="en-US" altLang="en-US"/>
              <a:t>   int main() {</a:t>
            </a:r>
            <a:endParaRPr lang="en-US" altLang="en-US"/>
          </a:p>
          <a:p>
            <a:r>
              <a:rPr lang="en-US" altLang="en-US"/>
              <a:t>       char str[] = "Hello\0World";</a:t>
            </a:r>
            <a:endParaRPr lang="en-US" altLang="en-US"/>
          </a:p>
          <a:p>
            <a:r>
              <a:rPr lang="en-US" altLang="en-US"/>
              <a:t>       printf("%s", str);</a:t>
            </a:r>
            <a:endParaRPr lang="en-US" altLang="en-US"/>
          </a:p>
          <a:p>
            <a:r>
              <a:rPr lang="en-US" altLang="en-US"/>
              <a:t>       return 0;</a:t>
            </a:r>
            <a:endParaRPr lang="en-US" altLang="en-US"/>
          </a:p>
          <a:p>
            <a:r>
              <a:rPr lang="en-US" altLang="en-US"/>
              <a:t>   }</a:t>
            </a:r>
            <a:endParaRPr lang="en-US" altLang="en-US"/>
          </a:p>
          <a:p>
            <a:r>
              <a:rPr lang="en-US" altLang="en-US"/>
              <a:t>   a) HelloWorld</a:t>
            </a:r>
            <a:endParaRPr lang="en-US" altLang="en-US"/>
          </a:p>
          <a:p>
            <a:r>
              <a:rPr lang="en-US" altLang="en-US"/>
              <a:t>   b) Hello</a:t>
            </a:r>
            <a:endParaRPr lang="en-US" altLang="en-US"/>
          </a:p>
          <a:p>
            <a:r>
              <a:rPr lang="en-US" altLang="en-US"/>
              <a:t>   c) World</a:t>
            </a:r>
            <a:endParaRPr lang="en-US" altLang="en-US"/>
          </a:p>
          <a:p>
            <a:r>
              <a:rPr lang="en-US" altLang="en-US"/>
              <a:t>   d) Error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2725"/>
            <a:ext cx="10515600" cy="5964555"/>
          </a:xfrm>
        </p:spPr>
        <p:txBody>
          <a:bodyPr>
            <a:normAutofit fontScale="90000" lnSpcReduction="20000"/>
          </a:bodyPr>
          <a:p>
            <a:endParaRPr lang="en-US" altLang="en-US"/>
          </a:p>
          <a:p>
            <a:r>
              <a:rPr lang="en-US" altLang="en-US"/>
              <a:t>4. What will be the output of:</a:t>
            </a:r>
            <a:endParaRPr lang="en-US" altLang="en-US"/>
          </a:p>
          <a:p>
            <a:r>
              <a:rPr lang="en-US" altLang="en-US"/>
              <a:t>   int main() {</a:t>
            </a:r>
            <a:endParaRPr lang="en-US" altLang="en-US"/>
          </a:p>
          <a:p>
            <a:r>
              <a:rPr lang="en-US" altLang="en-US"/>
              <a:t>       int i;</a:t>
            </a:r>
            <a:endParaRPr lang="en-US" altLang="en-US"/>
          </a:p>
          <a:p>
            <a:r>
              <a:rPr lang="en-US" altLang="en-US"/>
              <a:t>       for(i = 0; i &lt; 5; i++) {</a:t>
            </a:r>
            <a:endParaRPr lang="en-US" altLang="en-US"/>
          </a:p>
          <a:p>
            <a:r>
              <a:rPr lang="en-US" altLang="en-US"/>
              <a:t>           if(i == 2) continue;</a:t>
            </a:r>
            <a:endParaRPr lang="en-US" altLang="en-US"/>
          </a:p>
          <a:p>
            <a:r>
              <a:rPr lang="en-US" altLang="en-US"/>
              <a:t>           printf("%d", i);</a:t>
            </a:r>
            <a:endParaRPr lang="en-US" altLang="en-US"/>
          </a:p>
          <a:p>
            <a:r>
              <a:rPr lang="en-US" altLang="en-US"/>
              <a:t>       }</a:t>
            </a:r>
            <a:endParaRPr lang="en-US" altLang="en-US"/>
          </a:p>
          <a:p>
            <a:r>
              <a:rPr lang="en-US" altLang="en-US"/>
              <a:t>       return 0;</a:t>
            </a:r>
            <a:endParaRPr lang="en-US" altLang="en-US"/>
          </a:p>
          <a:p>
            <a:r>
              <a:rPr lang="en-US" altLang="en-US"/>
              <a:t>   }</a:t>
            </a:r>
            <a:endParaRPr lang="en-US" altLang="en-US"/>
          </a:p>
          <a:p>
            <a:r>
              <a:rPr lang="en-US" altLang="en-US"/>
              <a:t>   a) 01234</a:t>
            </a:r>
            <a:endParaRPr lang="en-US" altLang="en-US"/>
          </a:p>
          <a:p>
            <a:r>
              <a:rPr lang="en-US" altLang="en-US"/>
              <a:t>   b) 0134</a:t>
            </a:r>
            <a:endParaRPr lang="en-US" altLang="en-US"/>
          </a:p>
          <a:p>
            <a:r>
              <a:rPr lang="en-US" altLang="en-US"/>
              <a:t>   c) 0123</a:t>
            </a:r>
            <a:endParaRPr lang="en-US" altLang="en-US"/>
          </a:p>
          <a:p>
            <a:r>
              <a:rPr lang="en-US" altLang="en-US"/>
              <a:t>   d) 013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8920"/>
            <a:ext cx="10515600" cy="5928360"/>
          </a:xfrm>
        </p:spPr>
        <p:txBody>
          <a:bodyPr>
            <a:normAutofit/>
          </a:bodyPr>
          <a:p>
            <a:endParaRPr lang="en-US" altLang="en-US"/>
          </a:p>
          <a:p>
            <a:r>
              <a:rPr lang="en-US" altLang="en-US"/>
              <a:t>5. What will be the output of:</a:t>
            </a:r>
            <a:endParaRPr lang="en-US" altLang="en-US"/>
          </a:p>
          <a:p>
            <a:r>
              <a:rPr lang="en-US" altLang="en-US"/>
              <a:t>   int main() {</a:t>
            </a:r>
            <a:endParaRPr lang="en-US" altLang="en-US"/>
          </a:p>
          <a:p>
            <a:r>
              <a:rPr lang="en-US" altLang="en-US"/>
              <a:t>       int a = 5, b = 3;</a:t>
            </a:r>
            <a:endParaRPr lang="en-US" altLang="en-US"/>
          </a:p>
          <a:p>
            <a:r>
              <a:rPr lang="en-US" altLang="en-US"/>
              <a:t>       printf("%d", a ^ b);</a:t>
            </a:r>
            <a:endParaRPr lang="en-US" altLang="en-US"/>
          </a:p>
          <a:p>
            <a:r>
              <a:rPr lang="en-US" altLang="en-US"/>
              <a:t>       return 0;</a:t>
            </a:r>
            <a:endParaRPr lang="en-US" altLang="en-US"/>
          </a:p>
          <a:p>
            <a:r>
              <a:rPr lang="en-US" altLang="en-US"/>
              <a:t>   }</a:t>
            </a:r>
            <a:endParaRPr lang="en-US" altLang="en-US"/>
          </a:p>
          <a:p>
            <a:r>
              <a:rPr lang="en-US" altLang="en-US"/>
              <a:t>   a) 8</a:t>
            </a:r>
            <a:endParaRPr lang="en-US" altLang="en-US"/>
          </a:p>
          <a:p>
            <a:r>
              <a:rPr lang="en-US" altLang="en-US"/>
              <a:t>   b) 6</a:t>
            </a:r>
            <a:endParaRPr lang="en-US" altLang="en-US"/>
          </a:p>
          <a:p>
            <a:r>
              <a:rPr lang="en-US" altLang="en-US"/>
              <a:t>   c) 2</a:t>
            </a:r>
            <a:endParaRPr lang="en-US" altLang="en-US"/>
          </a:p>
          <a:p>
            <a:r>
              <a:rPr lang="en-US" altLang="en-US"/>
              <a:t>   d) 15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2076</Words>
  <Application>WPS Slides</Application>
  <PresentationFormat>Widescreen</PresentationFormat>
  <Paragraphs>128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WPS_1740227538</cp:lastModifiedBy>
  <cp:revision>2</cp:revision>
  <dcterms:created xsi:type="dcterms:W3CDTF">2025-04-08T03:42:00Z</dcterms:created>
  <dcterms:modified xsi:type="dcterms:W3CDTF">2025-04-08T07:31:27Z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073C89482FCA4431ACB579C7FF7E38C4_11</vt:lpwstr>
  </property>
  <property fmtid="{D5CDD505-2E9C-101B-9397-08002B2CF9AE}" pid="3" name="KSOProductBuildVer">
    <vt:lpwstr>1033-12.2.0.20782</vt:lpwstr>
  </property>
</Properties>
</file>